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3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4.xml" ContentType="application/vnd.openxmlformats-officedocument.theme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5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theme/theme6.xml" ContentType="application/vnd.openxmlformats-officedocument.theme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  <p:sldMasterId id="2147485610" r:id="rId6"/>
    <p:sldMasterId id="2147485663" r:id="rId7"/>
    <p:sldMasterId id="2147485715" r:id="rId8"/>
    <p:sldMasterId id="2147485769" r:id="rId9"/>
    <p:sldMasterId id="2147485819" r:id="rId10"/>
  </p:sldMasterIdLst>
  <p:notesMasterIdLst>
    <p:notesMasterId r:id="rId15"/>
  </p:notesMasterIdLst>
  <p:handoutMasterIdLst>
    <p:handoutMasterId r:id="rId16"/>
  </p:handoutMasterIdLst>
  <p:sldIdLst>
    <p:sldId id="2147482497" r:id="rId11"/>
    <p:sldId id="2147482500" r:id="rId12"/>
    <p:sldId id="2147482501" r:id="rId13"/>
    <p:sldId id="2147482499" r:id="rId14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AI Tour 16:9 Template Light" id="{38B656EC-D568-4EF7-8842-9FA1AE1192C9}">
          <p14:sldIdLst>
            <p14:sldId id="2147482497"/>
            <p14:sldId id="2147482500"/>
            <p14:sldId id="2147482501"/>
            <p14:sldId id="21474824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56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5EA815-8B1D-0AF2-2675-6912D1CF5487}" name="April Gittens" initials="AG" userId="S::apspeigh@microsoft.com::79fa9167-877c-485e-83b5-1ab20c4acbdc" providerId="AD"/>
  <p188:author id="{3A8B83B4-337E-1F32-22CB-7CDC8EE8B9F8}" name="Janet Choi (Stinson Communications Inc)" initials="JC" userId="S::v-janetchoi@microsoft.com::06879060-1dfb-448d-9a49-6512d48ad4e4" providerId="AD"/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61C5"/>
    <a:srgbClr val="B1B3B3"/>
    <a:srgbClr val="0E4987"/>
    <a:srgbClr val="E1D3C7"/>
    <a:srgbClr val="E8E6DF"/>
    <a:srgbClr val="FFF8F3"/>
    <a:srgbClr val="FFA38B"/>
    <a:srgbClr val="8DC8E8"/>
    <a:srgbClr val="D7D2CB"/>
    <a:srgbClr val="FAE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6578D-7DC1-4465-A353-0FBFBD8F88CA}" v="7" dt="2026-02-27T12:32:00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48367" autoAdjust="0"/>
  </p:normalViewPr>
  <p:slideViewPr>
    <p:cSldViewPr snapToGrid="0">
      <p:cViewPr varScale="1">
        <p:scale>
          <a:sx n="54" d="100"/>
          <a:sy n="54" d="100"/>
        </p:scale>
        <p:origin x="2462" y="274"/>
      </p:cViewPr>
      <p:guideLst>
        <p:guide orient="horz" pos="1456"/>
        <p:guide orient="horz" pos="18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Grandini" userId="558ec647eef17f8d" providerId="LiveId" clId="{AD7EF77E-75FD-4CE8-9C9C-00E0594A3E51}"/>
    <pc:docChg chg="custSel addSld delSld modSld modSection">
      <pc:chgData name="Daniele Grandini" userId="558ec647eef17f8d" providerId="LiveId" clId="{AD7EF77E-75FD-4CE8-9C9C-00E0594A3E51}" dt="2026-02-27T12:34:00.520" v="217" actId="47"/>
      <pc:docMkLst>
        <pc:docMk/>
      </pc:docMkLst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758401966" sldId="256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47615272" sldId="257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729988537" sldId="258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663914305" sldId="259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847286331" sldId="262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071197744" sldId="263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744728669" sldId="264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087443501" sldId="265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793037443" sldId="267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352402781" sldId="271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782743139" sldId="274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779375050" sldId="276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325822738" sldId="277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65729889" sldId="280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280920378" sldId="281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482164301" sldId="282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037497724" sldId="286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3743794214" sldId="288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041912636" sldId="289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672833492" sldId="290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4765472" sldId="291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475271261" sldId="2147479580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83646756" sldId="2147482489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1289639202" sldId="2147482490"/>
        </pc:sldMkLst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795732481" sldId="2147482496"/>
        </pc:sldMkLst>
      </pc:sldChg>
      <pc:sldChg chg="addSp modSp mod">
        <pc:chgData name="Daniele Grandini" userId="558ec647eef17f8d" providerId="LiveId" clId="{AD7EF77E-75FD-4CE8-9C9C-00E0594A3E51}" dt="2026-02-27T12:27:39.075" v="64" actId="113"/>
        <pc:sldMkLst>
          <pc:docMk/>
          <pc:sldMk cId="4067006695" sldId="2147482497"/>
        </pc:sldMkLst>
        <pc:spChg chg="add mod">
          <ac:chgData name="Daniele Grandini" userId="558ec647eef17f8d" providerId="LiveId" clId="{AD7EF77E-75FD-4CE8-9C9C-00E0594A3E51}" dt="2026-02-27T12:27:39.075" v="64" actId="113"/>
          <ac:spMkLst>
            <pc:docMk/>
            <pc:sldMk cId="4067006695" sldId="2147482497"/>
            <ac:spMk id="3" creationId="{D798FC4A-8F35-1A3F-24C9-3EDC913BBB3E}"/>
          </ac:spMkLst>
        </pc:spChg>
        <pc:spChg chg="mod">
          <ac:chgData name="Daniele Grandini" userId="558ec647eef17f8d" providerId="LiveId" clId="{AD7EF77E-75FD-4CE8-9C9C-00E0594A3E51}" dt="2026-02-27T12:26:45.168" v="20" actId="6549"/>
          <ac:spMkLst>
            <pc:docMk/>
            <pc:sldMk cId="4067006695" sldId="2147482497"/>
            <ac:spMk id="6" creationId="{F2410D43-10F7-4851-1B6C-6F85A50CA411}"/>
          </ac:spMkLst>
        </pc:spChg>
        <pc:spChg chg="mod">
          <ac:chgData name="Daniele Grandini" userId="558ec647eef17f8d" providerId="LiveId" clId="{AD7EF77E-75FD-4CE8-9C9C-00E0594A3E51}" dt="2026-02-27T12:26:57.270" v="36" actId="20577"/>
          <ac:spMkLst>
            <pc:docMk/>
            <pc:sldMk cId="4067006695" sldId="2147482497"/>
            <ac:spMk id="8" creationId="{DE375952-C96E-48F9-2ABD-6ECDC83151D4}"/>
          </ac:spMkLst>
        </pc:spChg>
      </pc:sldChg>
      <pc:sldChg chg="del">
        <pc:chgData name="Daniele Grandini" userId="558ec647eef17f8d" providerId="LiveId" clId="{AD7EF77E-75FD-4CE8-9C9C-00E0594A3E51}" dt="2026-02-27T12:34:00.520" v="217" actId="47"/>
        <pc:sldMkLst>
          <pc:docMk/>
          <pc:sldMk cId="2307890457" sldId="2147482498"/>
        </pc:sldMkLst>
      </pc:sldChg>
      <pc:sldChg chg="addSp modSp new mod modClrScheme chgLayout">
        <pc:chgData name="Daniele Grandini" userId="558ec647eef17f8d" providerId="LiveId" clId="{AD7EF77E-75FD-4CE8-9C9C-00E0594A3E51}" dt="2026-02-27T12:33:39.805" v="216" actId="114"/>
        <pc:sldMkLst>
          <pc:docMk/>
          <pc:sldMk cId="244028221" sldId="2147482500"/>
        </pc:sldMkLst>
        <pc:spChg chg="add mod">
          <ac:chgData name="Daniele Grandini" userId="558ec647eef17f8d" providerId="LiveId" clId="{AD7EF77E-75FD-4CE8-9C9C-00E0594A3E51}" dt="2026-02-27T12:28:42.126" v="72" actId="20577"/>
          <ac:spMkLst>
            <pc:docMk/>
            <pc:sldMk cId="244028221" sldId="2147482500"/>
            <ac:spMk id="2" creationId="{A050FCB1-48DB-7255-52CF-2DBC2848E733}"/>
          </ac:spMkLst>
        </pc:spChg>
        <pc:spChg chg="add mod">
          <ac:chgData name="Daniele Grandini" userId="558ec647eef17f8d" providerId="LiveId" clId="{AD7EF77E-75FD-4CE8-9C9C-00E0594A3E51}" dt="2026-02-27T12:33:39.805" v="216" actId="114"/>
          <ac:spMkLst>
            <pc:docMk/>
            <pc:sldMk cId="244028221" sldId="2147482500"/>
            <ac:spMk id="3" creationId="{CC76B6AF-113F-55A2-5360-3FAB7CE5E8AA}"/>
          </ac:spMkLst>
        </pc:spChg>
      </pc:sldChg>
      <pc:sldChg chg="addSp delSp modSp new mod modAnim">
        <pc:chgData name="Daniele Grandini" userId="558ec647eef17f8d" providerId="LiveId" clId="{AD7EF77E-75FD-4CE8-9C9C-00E0594A3E51}" dt="2026-02-27T12:30:19.565" v="122"/>
        <pc:sldMkLst>
          <pc:docMk/>
          <pc:sldMk cId="1186799488" sldId="2147482501"/>
        </pc:sldMkLst>
        <pc:spChg chg="del">
          <ac:chgData name="Daniele Grandini" userId="558ec647eef17f8d" providerId="LiveId" clId="{AD7EF77E-75FD-4CE8-9C9C-00E0594A3E51}" dt="2026-02-27T12:29:27.254" v="119" actId="478"/>
          <ac:spMkLst>
            <pc:docMk/>
            <pc:sldMk cId="1186799488" sldId="2147482501"/>
            <ac:spMk id="2" creationId="{5DAA8565-5009-8D97-4981-25CA0DE7900E}"/>
          </ac:spMkLst>
        </pc:spChg>
        <pc:spChg chg="del">
          <ac:chgData name="Daniele Grandini" userId="558ec647eef17f8d" providerId="LiveId" clId="{AD7EF77E-75FD-4CE8-9C9C-00E0594A3E51}" dt="2026-02-27T12:29:28.652" v="120" actId="478"/>
          <ac:spMkLst>
            <pc:docMk/>
            <pc:sldMk cId="1186799488" sldId="2147482501"/>
            <ac:spMk id="3" creationId="{0B85BC80-C13A-B51D-6311-3D8F80B43A2D}"/>
          </ac:spMkLst>
        </pc:spChg>
        <pc:picChg chg="add mod">
          <ac:chgData name="Daniele Grandini" userId="558ec647eef17f8d" providerId="LiveId" clId="{AD7EF77E-75FD-4CE8-9C9C-00E0594A3E51}" dt="2026-02-27T12:30:01.649" v="121"/>
          <ac:picMkLst>
            <pc:docMk/>
            <pc:sldMk cId="1186799488" sldId="2147482501"/>
            <ac:picMk id="4" creationId="{EEE1154B-D463-5D4A-FCAE-B38F5A2A60C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2/27/2026 1:26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2/27/2026 1:21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[Customize with your event details]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2/27/2026 1:27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jpeg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jpe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jpe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jpeg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jpeg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4" Type="http://schemas.microsoft.com/office/2007/relationships/hdphoto" Target="../media/hdphoto1.wdp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9.jpeg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3.jpeg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6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9.jpeg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3.jpeg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6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6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6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6625" y="2277110"/>
            <a:ext cx="4569872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wavy lines&#10;&#10;AI-generated content may be incorrect.">
            <a:extLst>
              <a:ext uri="{FF2B5EF4-FFF2-40B4-BE49-F238E27FC236}">
                <a16:creationId xmlns:a16="http://schemas.microsoft.com/office/drawing/2014/main" id="{5A3601AE-AB71-CBBB-A063-7D04567CF9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DCC024BE-A8E1-654D-37B3-45529121E4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6622" y="2277110"/>
            <a:ext cx="4575943" cy="20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urved lines&#10;&#10;AI-generated content may be incorrect.">
            <a:extLst>
              <a:ext uri="{FF2B5EF4-FFF2-40B4-BE49-F238E27FC236}">
                <a16:creationId xmlns:a16="http://schemas.microsoft.com/office/drawing/2014/main" id="{17A298F2-F3DE-A80A-D247-C21DC8FF2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EB5EB062-3EB9-AE51-7945-D4F3E1AA0D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and white background&#10;&#10;AI-generated content may be incorrect.">
            <a:extLst>
              <a:ext uri="{FF2B5EF4-FFF2-40B4-BE49-F238E27FC236}">
                <a16:creationId xmlns:a16="http://schemas.microsoft.com/office/drawing/2014/main" id="{EF6AFBF2-2B12-DE48-4593-D9EC9D1F4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9" r="369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A58218D5-82C5-1FE5-97A9-85357DBC6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36" r="336" b="-1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6625" y="2277110"/>
            <a:ext cx="4569872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37202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15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05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 with title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5112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 blank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293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541067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45386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26500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2038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1071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54379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010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8475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0070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8168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3812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81238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90226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129607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52709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69239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78472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659966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295266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45259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15104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352580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70129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278663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22577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404180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324830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96311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171688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176797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4769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7927988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6515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539275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1454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836056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570264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483597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678456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94616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94892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4497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624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02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12348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74754"/>
      </p:ext>
    </p:extLst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wavy lines&#10;&#10;AI-generated content may be incorrect.">
            <a:extLst>
              <a:ext uri="{FF2B5EF4-FFF2-40B4-BE49-F238E27FC236}">
                <a16:creationId xmlns:a16="http://schemas.microsoft.com/office/drawing/2014/main" id="{5A3601AE-AB71-CBBB-A063-7D04567CF9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DCC024BE-A8E1-654D-37B3-45529121E4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6622" y="2277110"/>
            <a:ext cx="4575943" cy="20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31125"/>
      </p:ext>
    </p:extLst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urved lines&#10;&#10;AI-generated content may be incorrect.">
            <a:extLst>
              <a:ext uri="{FF2B5EF4-FFF2-40B4-BE49-F238E27FC236}">
                <a16:creationId xmlns:a16="http://schemas.microsoft.com/office/drawing/2014/main" id="{17A298F2-F3DE-A80A-D247-C21DC8FF2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EB5EB062-3EB9-AE51-7945-D4F3E1AA0D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32921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4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Dark with title">
    <p:bg>
      <p:bgPr>
        <a:solidFill>
          <a:srgbClr val="11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18FB-04BB-CB85-6427-2A986708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3126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Dark blank">
    <p:bg>
      <p:bgPr>
        <a:solidFill>
          <a:srgbClr val="11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654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1548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6148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547797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6083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199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508209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8173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7780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8814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72101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48469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664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85191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93377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7117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27554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85583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428477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00709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797798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391303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72822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331659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39448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005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73991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79600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60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97179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71513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24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1231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02533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3444970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9419148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42035543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318894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and white background&#10;&#10;AI-generated content may be incorrect.">
            <a:extLst>
              <a:ext uri="{FF2B5EF4-FFF2-40B4-BE49-F238E27FC236}">
                <a16:creationId xmlns:a16="http://schemas.microsoft.com/office/drawing/2014/main" id="{EF6AFBF2-2B12-DE48-4593-D9EC9D1F4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9" r="369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02250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04082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A58218D5-82C5-1FE5-97A9-85357DBC6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36" r="336" b="-1"/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99CEE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5020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07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6401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08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2500583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12676"/>
      </p:ext>
    </p:extLst>
  </p:cSld>
  <p:clrMapOvr>
    <a:masterClrMapping/>
  </p:clrMapOvr>
  <p:transition>
    <p:fade/>
  </p:transition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348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6625" y="2277110"/>
            <a:ext cx="4569872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04417"/>
      </p:ext>
    </p:extLst>
  </p:cSld>
  <p:clrMapOvr>
    <a:masterClrMapping/>
  </p:clrMapOvr>
  <p:transition>
    <p:fade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4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71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 with title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2715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 with title left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2875002"/>
            <a:ext cx="4123944" cy="1106424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54724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 blank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590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220114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45135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87190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4548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82307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26484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40693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163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69467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8255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4532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8579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848818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78008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94100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01021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44375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61208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528817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510277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441364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4184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18572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767846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110686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149020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935517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15160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34019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389923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49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67197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398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282006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0334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83074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26821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71129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091758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08931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97429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4419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22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54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982291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80582"/>
      </p:ext>
    </p:extLst>
  </p:cSld>
  <p:clrMapOvr>
    <a:masterClrMapping/>
  </p:clrMapOvr>
  <p:transition>
    <p:fade/>
  </p:transition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713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6625" y="2277110"/>
            <a:ext cx="4569872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4480560" cy="54864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09" y="1693"/>
            <a:ext cx="12185982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73903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98674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13077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6579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2727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58295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89272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17709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8453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32919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6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6.xml"/><Relationship Id="rId26" Type="http://schemas.openxmlformats.org/officeDocument/2006/relationships/slideLayout" Target="../slideLayouts/slideLayout124.xml"/><Relationship Id="rId39" Type="http://schemas.openxmlformats.org/officeDocument/2006/relationships/slideLayout" Target="../slideLayouts/slideLayout137.xml"/><Relationship Id="rId21" Type="http://schemas.openxmlformats.org/officeDocument/2006/relationships/slideLayout" Target="../slideLayouts/slideLayout119.xml"/><Relationship Id="rId34" Type="http://schemas.openxmlformats.org/officeDocument/2006/relationships/slideLayout" Target="../slideLayouts/slideLayout132.xml"/><Relationship Id="rId42" Type="http://schemas.openxmlformats.org/officeDocument/2006/relationships/slideLayout" Target="../slideLayouts/slideLayout140.xml"/><Relationship Id="rId47" Type="http://schemas.openxmlformats.org/officeDocument/2006/relationships/slideLayout" Target="../slideLayouts/slideLayout145.xml"/><Relationship Id="rId50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22.xml"/><Relationship Id="rId32" Type="http://schemas.openxmlformats.org/officeDocument/2006/relationships/slideLayout" Target="../slideLayouts/slideLayout130.xml"/><Relationship Id="rId37" Type="http://schemas.openxmlformats.org/officeDocument/2006/relationships/slideLayout" Target="../slideLayouts/slideLayout135.xml"/><Relationship Id="rId40" Type="http://schemas.openxmlformats.org/officeDocument/2006/relationships/slideLayout" Target="../slideLayouts/slideLayout138.xml"/><Relationship Id="rId45" Type="http://schemas.openxmlformats.org/officeDocument/2006/relationships/slideLayout" Target="../slideLayouts/slideLayout143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19" Type="http://schemas.openxmlformats.org/officeDocument/2006/relationships/slideLayout" Target="../slideLayouts/slideLayout117.xml"/><Relationship Id="rId31" Type="http://schemas.openxmlformats.org/officeDocument/2006/relationships/slideLayout" Target="../slideLayouts/slideLayout129.xml"/><Relationship Id="rId44" Type="http://schemas.openxmlformats.org/officeDocument/2006/relationships/slideLayout" Target="../slideLayouts/slideLayout142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Relationship Id="rId22" Type="http://schemas.openxmlformats.org/officeDocument/2006/relationships/slideLayout" Target="../slideLayouts/slideLayout120.xml"/><Relationship Id="rId27" Type="http://schemas.openxmlformats.org/officeDocument/2006/relationships/slideLayout" Target="../slideLayouts/slideLayout125.xml"/><Relationship Id="rId30" Type="http://schemas.openxmlformats.org/officeDocument/2006/relationships/slideLayout" Target="../slideLayouts/slideLayout128.xml"/><Relationship Id="rId35" Type="http://schemas.openxmlformats.org/officeDocument/2006/relationships/slideLayout" Target="../slideLayouts/slideLayout133.xml"/><Relationship Id="rId43" Type="http://schemas.openxmlformats.org/officeDocument/2006/relationships/slideLayout" Target="../slideLayouts/slideLayout141.xml"/><Relationship Id="rId48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06.xml"/><Relationship Id="rId51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5" Type="http://schemas.openxmlformats.org/officeDocument/2006/relationships/slideLayout" Target="../slideLayouts/slideLayout123.xml"/><Relationship Id="rId33" Type="http://schemas.openxmlformats.org/officeDocument/2006/relationships/slideLayout" Target="../slideLayouts/slideLayout131.xml"/><Relationship Id="rId38" Type="http://schemas.openxmlformats.org/officeDocument/2006/relationships/slideLayout" Target="../slideLayouts/slideLayout136.xml"/><Relationship Id="rId46" Type="http://schemas.openxmlformats.org/officeDocument/2006/relationships/slideLayout" Target="../slideLayouts/slideLayout144.xml"/><Relationship Id="rId20" Type="http://schemas.openxmlformats.org/officeDocument/2006/relationships/slideLayout" Target="../slideLayouts/slideLayout118.xml"/><Relationship Id="rId41" Type="http://schemas.openxmlformats.org/officeDocument/2006/relationships/slideLayout" Target="../slideLayouts/slideLayout139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13.xml"/><Relationship Id="rId23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6.xml"/><Relationship Id="rId36" Type="http://schemas.openxmlformats.org/officeDocument/2006/relationships/slideLayout" Target="../slideLayouts/slideLayout134.xml"/><Relationship Id="rId49" Type="http://schemas.openxmlformats.org/officeDocument/2006/relationships/slideLayout" Target="../slideLayouts/slideLayout14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2.xml"/><Relationship Id="rId18" Type="http://schemas.openxmlformats.org/officeDocument/2006/relationships/slideLayout" Target="../slideLayouts/slideLayout167.xml"/><Relationship Id="rId26" Type="http://schemas.openxmlformats.org/officeDocument/2006/relationships/slideLayout" Target="../slideLayouts/slideLayout175.xml"/><Relationship Id="rId39" Type="http://schemas.openxmlformats.org/officeDocument/2006/relationships/slideLayout" Target="../slideLayouts/slideLayout188.xml"/><Relationship Id="rId21" Type="http://schemas.openxmlformats.org/officeDocument/2006/relationships/slideLayout" Target="../slideLayouts/slideLayout170.xml"/><Relationship Id="rId34" Type="http://schemas.openxmlformats.org/officeDocument/2006/relationships/slideLayout" Target="../slideLayouts/slideLayout183.xml"/><Relationship Id="rId42" Type="http://schemas.openxmlformats.org/officeDocument/2006/relationships/slideLayout" Target="../slideLayouts/slideLayout191.xml"/><Relationship Id="rId47" Type="http://schemas.openxmlformats.org/officeDocument/2006/relationships/slideLayout" Target="../slideLayouts/slideLayout196.xml"/><Relationship Id="rId50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29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60.xml"/><Relationship Id="rId24" Type="http://schemas.openxmlformats.org/officeDocument/2006/relationships/slideLayout" Target="../slideLayouts/slideLayout173.xml"/><Relationship Id="rId32" Type="http://schemas.openxmlformats.org/officeDocument/2006/relationships/slideLayout" Target="../slideLayouts/slideLayout181.xml"/><Relationship Id="rId37" Type="http://schemas.openxmlformats.org/officeDocument/2006/relationships/slideLayout" Target="../slideLayouts/slideLayout186.xml"/><Relationship Id="rId40" Type="http://schemas.openxmlformats.org/officeDocument/2006/relationships/slideLayout" Target="../slideLayouts/slideLayout189.xml"/><Relationship Id="rId45" Type="http://schemas.openxmlformats.org/officeDocument/2006/relationships/slideLayout" Target="../slideLayouts/slideLayout194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68.xml"/><Relationship Id="rId31" Type="http://schemas.openxmlformats.org/officeDocument/2006/relationships/slideLayout" Target="../slideLayouts/slideLayout180.xml"/><Relationship Id="rId44" Type="http://schemas.openxmlformats.org/officeDocument/2006/relationships/slideLayout" Target="../slideLayouts/slideLayout193.xml"/><Relationship Id="rId52" Type="http://schemas.openxmlformats.org/officeDocument/2006/relationships/theme" Target="../theme/theme4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63.xml"/><Relationship Id="rId22" Type="http://schemas.openxmlformats.org/officeDocument/2006/relationships/slideLayout" Target="../slideLayouts/slideLayout171.xml"/><Relationship Id="rId27" Type="http://schemas.openxmlformats.org/officeDocument/2006/relationships/slideLayout" Target="../slideLayouts/slideLayout176.xml"/><Relationship Id="rId30" Type="http://schemas.openxmlformats.org/officeDocument/2006/relationships/slideLayout" Target="../slideLayouts/slideLayout179.xml"/><Relationship Id="rId35" Type="http://schemas.openxmlformats.org/officeDocument/2006/relationships/slideLayout" Target="../slideLayouts/slideLayout184.xml"/><Relationship Id="rId43" Type="http://schemas.openxmlformats.org/officeDocument/2006/relationships/slideLayout" Target="../slideLayouts/slideLayout192.xml"/><Relationship Id="rId48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57.xml"/><Relationship Id="rId51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6.xml"/><Relationship Id="rId25" Type="http://schemas.openxmlformats.org/officeDocument/2006/relationships/slideLayout" Target="../slideLayouts/slideLayout174.xml"/><Relationship Id="rId33" Type="http://schemas.openxmlformats.org/officeDocument/2006/relationships/slideLayout" Target="../slideLayouts/slideLayout182.xml"/><Relationship Id="rId38" Type="http://schemas.openxmlformats.org/officeDocument/2006/relationships/slideLayout" Target="../slideLayouts/slideLayout187.xml"/><Relationship Id="rId46" Type="http://schemas.openxmlformats.org/officeDocument/2006/relationships/slideLayout" Target="../slideLayouts/slideLayout195.xml"/><Relationship Id="rId20" Type="http://schemas.openxmlformats.org/officeDocument/2006/relationships/slideLayout" Target="../slideLayouts/slideLayout169.xml"/><Relationship Id="rId41" Type="http://schemas.openxmlformats.org/officeDocument/2006/relationships/slideLayout" Target="../slideLayouts/slideLayout190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64.xml"/><Relationship Id="rId23" Type="http://schemas.openxmlformats.org/officeDocument/2006/relationships/slideLayout" Target="../slideLayouts/slideLayout172.xml"/><Relationship Id="rId28" Type="http://schemas.openxmlformats.org/officeDocument/2006/relationships/slideLayout" Target="../slideLayouts/slideLayout177.xml"/><Relationship Id="rId36" Type="http://schemas.openxmlformats.org/officeDocument/2006/relationships/slideLayout" Target="../slideLayouts/slideLayout185.xml"/><Relationship Id="rId49" Type="http://schemas.openxmlformats.org/officeDocument/2006/relationships/slideLayout" Target="../slideLayouts/slideLayout19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8.xml"/><Relationship Id="rId26" Type="http://schemas.openxmlformats.org/officeDocument/2006/relationships/slideLayout" Target="../slideLayouts/slideLayout226.xml"/><Relationship Id="rId39" Type="http://schemas.openxmlformats.org/officeDocument/2006/relationships/slideLayout" Target="../slideLayouts/slideLayout239.xml"/><Relationship Id="rId21" Type="http://schemas.openxmlformats.org/officeDocument/2006/relationships/slideLayout" Target="../slideLayouts/slideLayout221.xml"/><Relationship Id="rId34" Type="http://schemas.openxmlformats.org/officeDocument/2006/relationships/slideLayout" Target="../slideLayouts/slideLayout234.xml"/><Relationship Id="rId42" Type="http://schemas.openxmlformats.org/officeDocument/2006/relationships/slideLayout" Target="../slideLayouts/slideLayout242.xml"/><Relationship Id="rId47" Type="http://schemas.openxmlformats.org/officeDocument/2006/relationships/slideLayout" Target="../slideLayouts/slideLayout247.xml"/><Relationship Id="rId50" Type="http://schemas.openxmlformats.org/officeDocument/2006/relationships/slideLayout" Target="../slideLayouts/slideLayout2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16.xml"/><Relationship Id="rId29" Type="http://schemas.openxmlformats.org/officeDocument/2006/relationships/slideLayout" Target="../slideLayouts/slideLayout229.xml"/><Relationship Id="rId11" Type="http://schemas.openxmlformats.org/officeDocument/2006/relationships/slideLayout" Target="../slideLayouts/slideLayout211.xml"/><Relationship Id="rId24" Type="http://schemas.openxmlformats.org/officeDocument/2006/relationships/slideLayout" Target="../slideLayouts/slideLayout224.xml"/><Relationship Id="rId32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237.xml"/><Relationship Id="rId40" Type="http://schemas.openxmlformats.org/officeDocument/2006/relationships/slideLayout" Target="../slideLayouts/slideLayout240.xml"/><Relationship Id="rId45" Type="http://schemas.openxmlformats.org/officeDocument/2006/relationships/slideLayout" Target="../slideLayouts/slideLayout245.xml"/><Relationship Id="rId53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10.xml"/><Relationship Id="rId19" Type="http://schemas.openxmlformats.org/officeDocument/2006/relationships/slideLayout" Target="../slideLayouts/slideLayout219.xml"/><Relationship Id="rId31" Type="http://schemas.openxmlformats.org/officeDocument/2006/relationships/slideLayout" Target="../slideLayouts/slideLayout231.xml"/><Relationship Id="rId44" Type="http://schemas.openxmlformats.org/officeDocument/2006/relationships/slideLayout" Target="../slideLayouts/slideLayout244.xml"/><Relationship Id="rId52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4.xml"/><Relationship Id="rId22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227.xml"/><Relationship Id="rId30" Type="http://schemas.openxmlformats.org/officeDocument/2006/relationships/slideLayout" Target="../slideLayouts/slideLayout230.xml"/><Relationship Id="rId35" Type="http://schemas.openxmlformats.org/officeDocument/2006/relationships/slideLayout" Target="../slideLayouts/slideLayout235.xml"/><Relationship Id="rId43" Type="http://schemas.openxmlformats.org/officeDocument/2006/relationships/slideLayout" Target="../slideLayouts/slideLayout243.xml"/><Relationship Id="rId48" Type="http://schemas.openxmlformats.org/officeDocument/2006/relationships/slideLayout" Target="../slideLayouts/slideLayout248.xml"/><Relationship Id="rId56" Type="http://schemas.openxmlformats.org/officeDocument/2006/relationships/image" Target="../media/image2.svg"/><Relationship Id="rId8" Type="http://schemas.openxmlformats.org/officeDocument/2006/relationships/slideLayout" Target="../slideLayouts/slideLayout208.xml"/><Relationship Id="rId51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03.xml"/><Relationship Id="rId12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7.xml"/><Relationship Id="rId25" Type="http://schemas.openxmlformats.org/officeDocument/2006/relationships/slideLayout" Target="../slideLayouts/slideLayout225.xml"/><Relationship Id="rId33" Type="http://schemas.openxmlformats.org/officeDocument/2006/relationships/slideLayout" Target="../slideLayouts/slideLayout233.xml"/><Relationship Id="rId38" Type="http://schemas.openxmlformats.org/officeDocument/2006/relationships/slideLayout" Target="../slideLayouts/slideLayout238.xml"/><Relationship Id="rId46" Type="http://schemas.openxmlformats.org/officeDocument/2006/relationships/slideLayout" Target="../slideLayouts/slideLayout246.xml"/><Relationship Id="rId20" Type="http://schemas.openxmlformats.org/officeDocument/2006/relationships/slideLayout" Target="../slideLayouts/slideLayout220.xml"/><Relationship Id="rId41" Type="http://schemas.openxmlformats.org/officeDocument/2006/relationships/slideLayout" Target="../slideLayouts/slideLayout241.xml"/><Relationship Id="rId54" Type="http://schemas.openxmlformats.org/officeDocument/2006/relationships/theme" Target="../theme/theme5.xml"/><Relationship Id="rId1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6.xml"/><Relationship Id="rId15" Type="http://schemas.openxmlformats.org/officeDocument/2006/relationships/slideLayout" Target="../slideLayouts/slideLayout215.xml"/><Relationship Id="rId23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228.xml"/><Relationship Id="rId36" Type="http://schemas.openxmlformats.org/officeDocument/2006/relationships/slideLayout" Target="../slideLayouts/slideLayout236.xml"/><Relationship Id="rId49" Type="http://schemas.openxmlformats.org/officeDocument/2006/relationships/slideLayout" Target="../slideLayouts/slideLayout249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6.xml"/><Relationship Id="rId18" Type="http://schemas.openxmlformats.org/officeDocument/2006/relationships/slideLayout" Target="../slideLayouts/slideLayout271.xml"/><Relationship Id="rId26" Type="http://schemas.openxmlformats.org/officeDocument/2006/relationships/slideLayout" Target="../slideLayouts/slideLayout279.xml"/><Relationship Id="rId39" Type="http://schemas.openxmlformats.org/officeDocument/2006/relationships/slideLayout" Target="../slideLayouts/slideLayout292.xml"/><Relationship Id="rId21" Type="http://schemas.openxmlformats.org/officeDocument/2006/relationships/slideLayout" Target="../slideLayouts/slideLayout274.xml"/><Relationship Id="rId34" Type="http://schemas.openxmlformats.org/officeDocument/2006/relationships/slideLayout" Target="../slideLayouts/slideLayout287.xml"/><Relationship Id="rId42" Type="http://schemas.openxmlformats.org/officeDocument/2006/relationships/slideLayout" Target="../slideLayouts/slideLayout295.xml"/><Relationship Id="rId47" Type="http://schemas.openxmlformats.org/officeDocument/2006/relationships/slideLayout" Target="../slideLayouts/slideLayout300.xml"/><Relationship Id="rId50" Type="http://schemas.openxmlformats.org/officeDocument/2006/relationships/theme" Target="../theme/theme6.xml"/><Relationship Id="rId7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5.xml"/><Relationship Id="rId16" Type="http://schemas.openxmlformats.org/officeDocument/2006/relationships/slideLayout" Target="../slideLayouts/slideLayout269.xml"/><Relationship Id="rId29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64.xml"/><Relationship Id="rId24" Type="http://schemas.openxmlformats.org/officeDocument/2006/relationships/slideLayout" Target="../slideLayouts/slideLayout277.xml"/><Relationship Id="rId32" Type="http://schemas.openxmlformats.org/officeDocument/2006/relationships/slideLayout" Target="../slideLayouts/slideLayout285.xml"/><Relationship Id="rId37" Type="http://schemas.openxmlformats.org/officeDocument/2006/relationships/slideLayout" Target="../slideLayouts/slideLayout290.xml"/><Relationship Id="rId40" Type="http://schemas.openxmlformats.org/officeDocument/2006/relationships/slideLayout" Target="../slideLayouts/slideLayout293.xml"/><Relationship Id="rId45" Type="http://schemas.openxmlformats.org/officeDocument/2006/relationships/slideLayout" Target="../slideLayouts/slideLayout298.xml"/><Relationship Id="rId5" Type="http://schemas.openxmlformats.org/officeDocument/2006/relationships/slideLayout" Target="../slideLayouts/slideLayout258.xml"/><Relationship Id="rId15" Type="http://schemas.openxmlformats.org/officeDocument/2006/relationships/slideLayout" Target="../slideLayouts/slideLayout268.xml"/><Relationship Id="rId23" Type="http://schemas.openxmlformats.org/officeDocument/2006/relationships/slideLayout" Target="../slideLayouts/slideLayout276.xml"/><Relationship Id="rId28" Type="http://schemas.openxmlformats.org/officeDocument/2006/relationships/slideLayout" Target="../slideLayouts/slideLayout281.xml"/><Relationship Id="rId36" Type="http://schemas.openxmlformats.org/officeDocument/2006/relationships/slideLayout" Target="../slideLayouts/slideLayout289.xml"/><Relationship Id="rId49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263.xml"/><Relationship Id="rId19" Type="http://schemas.openxmlformats.org/officeDocument/2006/relationships/slideLayout" Target="../slideLayouts/slideLayout272.xml"/><Relationship Id="rId31" Type="http://schemas.openxmlformats.org/officeDocument/2006/relationships/slideLayout" Target="../slideLayouts/slideLayout284.xml"/><Relationship Id="rId44" Type="http://schemas.openxmlformats.org/officeDocument/2006/relationships/slideLayout" Target="../slideLayouts/slideLayout297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slideLayout" Target="../slideLayouts/slideLayout267.xml"/><Relationship Id="rId22" Type="http://schemas.openxmlformats.org/officeDocument/2006/relationships/slideLayout" Target="../slideLayouts/slideLayout275.xml"/><Relationship Id="rId27" Type="http://schemas.openxmlformats.org/officeDocument/2006/relationships/slideLayout" Target="../slideLayouts/slideLayout280.xml"/><Relationship Id="rId30" Type="http://schemas.openxmlformats.org/officeDocument/2006/relationships/slideLayout" Target="../slideLayouts/slideLayout283.xml"/><Relationship Id="rId35" Type="http://schemas.openxmlformats.org/officeDocument/2006/relationships/slideLayout" Target="../slideLayouts/slideLayout288.xml"/><Relationship Id="rId43" Type="http://schemas.openxmlformats.org/officeDocument/2006/relationships/slideLayout" Target="../slideLayouts/slideLayout296.xml"/><Relationship Id="rId48" Type="http://schemas.openxmlformats.org/officeDocument/2006/relationships/slideLayout" Target="../slideLayouts/slideLayout301.xml"/><Relationship Id="rId8" Type="http://schemas.openxmlformats.org/officeDocument/2006/relationships/slideLayout" Target="../slideLayouts/slideLayout261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256.xml"/><Relationship Id="rId12" Type="http://schemas.openxmlformats.org/officeDocument/2006/relationships/slideLayout" Target="../slideLayouts/slideLayout265.xml"/><Relationship Id="rId17" Type="http://schemas.openxmlformats.org/officeDocument/2006/relationships/slideLayout" Target="../slideLayouts/slideLayout270.xml"/><Relationship Id="rId25" Type="http://schemas.openxmlformats.org/officeDocument/2006/relationships/slideLayout" Target="../slideLayouts/slideLayout278.xml"/><Relationship Id="rId33" Type="http://schemas.openxmlformats.org/officeDocument/2006/relationships/slideLayout" Target="../slideLayouts/slideLayout286.xml"/><Relationship Id="rId38" Type="http://schemas.openxmlformats.org/officeDocument/2006/relationships/slideLayout" Target="../slideLayouts/slideLayout291.xml"/><Relationship Id="rId46" Type="http://schemas.openxmlformats.org/officeDocument/2006/relationships/slideLayout" Target="../slideLayouts/slideLayout299.xml"/><Relationship Id="rId20" Type="http://schemas.openxmlformats.org/officeDocument/2006/relationships/slideLayout" Target="../slideLayouts/slideLayout273.xml"/><Relationship Id="rId41" Type="http://schemas.openxmlformats.org/officeDocument/2006/relationships/slideLayout" Target="../slideLayouts/slideLayout294.xml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0.xml"/><Relationship Id="rId13" Type="http://schemas.openxmlformats.org/officeDocument/2006/relationships/image" Target="../media/image39.png"/><Relationship Id="rId3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06.xml"/><Relationship Id="rId9" Type="http://schemas.openxmlformats.org/officeDocument/2006/relationships/slideLayout" Target="../slideLayouts/slideLayout311.xml"/><Relationship Id="rId14" Type="http://schemas.openxmlformats.org/officeDocument/2006/relationships/image" Target="../media/image4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7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11" r:id="rId1"/>
    <p:sldLayoutId id="2147485612" r:id="rId2"/>
    <p:sldLayoutId id="2147485613" r:id="rId3"/>
    <p:sldLayoutId id="2147485614" r:id="rId4"/>
    <p:sldLayoutId id="2147485615" r:id="rId5"/>
    <p:sldLayoutId id="2147485616" r:id="rId6"/>
    <p:sldLayoutId id="2147485617" r:id="rId7"/>
    <p:sldLayoutId id="2147485618" r:id="rId8"/>
    <p:sldLayoutId id="2147485619" r:id="rId9"/>
    <p:sldLayoutId id="2147485620" r:id="rId10"/>
    <p:sldLayoutId id="2147485621" r:id="rId11"/>
    <p:sldLayoutId id="2147485622" r:id="rId12"/>
    <p:sldLayoutId id="2147485623" r:id="rId13"/>
    <p:sldLayoutId id="2147485624" r:id="rId14"/>
    <p:sldLayoutId id="2147485625" r:id="rId15"/>
    <p:sldLayoutId id="2147485626" r:id="rId16"/>
    <p:sldLayoutId id="2147485627" r:id="rId17"/>
    <p:sldLayoutId id="2147485628" r:id="rId18"/>
    <p:sldLayoutId id="2147485629" r:id="rId19"/>
    <p:sldLayoutId id="2147485630" r:id="rId20"/>
    <p:sldLayoutId id="2147485631" r:id="rId21"/>
    <p:sldLayoutId id="2147485632" r:id="rId22"/>
    <p:sldLayoutId id="2147485633" r:id="rId23"/>
    <p:sldLayoutId id="2147485634" r:id="rId24"/>
    <p:sldLayoutId id="2147485635" r:id="rId25"/>
    <p:sldLayoutId id="2147485636" r:id="rId26"/>
    <p:sldLayoutId id="2147485637" r:id="rId27"/>
    <p:sldLayoutId id="2147485638" r:id="rId28"/>
    <p:sldLayoutId id="2147485639" r:id="rId29"/>
    <p:sldLayoutId id="2147485640" r:id="rId30"/>
    <p:sldLayoutId id="2147485641" r:id="rId31"/>
    <p:sldLayoutId id="2147485642" r:id="rId32"/>
    <p:sldLayoutId id="2147485643" r:id="rId33"/>
    <p:sldLayoutId id="2147485644" r:id="rId34"/>
    <p:sldLayoutId id="2147485645" r:id="rId35"/>
    <p:sldLayoutId id="2147485646" r:id="rId36"/>
    <p:sldLayoutId id="2147485647" r:id="rId37"/>
    <p:sldLayoutId id="2147485648" r:id="rId38"/>
    <p:sldLayoutId id="2147485649" r:id="rId39"/>
    <p:sldLayoutId id="2147485650" r:id="rId40"/>
    <p:sldLayoutId id="2147485651" r:id="rId41"/>
    <p:sldLayoutId id="2147485652" r:id="rId42"/>
    <p:sldLayoutId id="2147485653" r:id="rId43"/>
    <p:sldLayoutId id="2147485654" r:id="rId44"/>
    <p:sldLayoutId id="2147485655" r:id="rId45"/>
    <p:sldLayoutId id="2147485656" r:id="rId46"/>
    <p:sldLayoutId id="2147485657" r:id="rId47"/>
    <p:sldLayoutId id="2147485658" r:id="rId48"/>
    <p:sldLayoutId id="2147485659" r:id="rId49"/>
    <p:sldLayoutId id="2147485660" r:id="rId50"/>
    <p:sldLayoutId id="2147485661" r:id="rId5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86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64" r:id="rId1"/>
    <p:sldLayoutId id="2147485665" r:id="rId2"/>
    <p:sldLayoutId id="2147485666" r:id="rId3"/>
    <p:sldLayoutId id="2147485667" r:id="rId4"/>
    <p:sldLayoutId id="2147485668" r:id="rId5"/>
    <p:sldLayoutId id="2147485669" r:id="rId6"/>
    <p:sldLayoutId id="2147485670" r:id="rId7"/>
    <p:sldLayoutId id="2147485671" r:id="rId8"/>
    <p:sldLayoutId id="2147485672" r:id="rId9"/>
    <p:sldLayoutId id="2147485673" r:id="rId10"/>
    <p:sldLayoutId id="2147485674" r:id="rId11"/>
    <p:sldLayoutId id="2147485675" r:id="rId12"/>
    <p:sldLayoutId id="2147485676" r:id="rId13"/>
    <p:sldLayoutId id="2147485677" r:id="rId14"/>
    <p:sldLayoutId id="2147485678" r:id="rId15"/>
    <p:sldLayoutId id="2147485679" r:id="rId16"/>
    <p:sldLayoutId id="2147485680" r:id="rId17"/>
    <p:sldLayoutId id="2147485681" r:id="rId18"/>
    <p:sldLayoutId id="2147485682" r:id="rId19"/>
    <p:sldLayoutId id="2147485683" r:id="rId20"/>
    <p:sldLayoutId id="2147485684" r:id="rId21"/>
    <p:sldLayoutId id="2147485685" r:id="rId22"/>
    <p:sldLayoutId id="2147485686" r:id="rId23"/>
    <p:sldLayoutId id="2147485687" r:id="rId24"/>
    <p:sldLayoutId id="2147485688" r:id="rId25"/>
    <p:sldLayoutId id="2147485689" r:id="rId26"/>
    <p:sldLayoutId id="2147485690" r:id="rId27"/>
    <p:sldLayoutId id="2147485691" r:id="rId28"/>
    <p:sldLayoutId id="2147485692" r:id="rId29"/>
    <p:sldLayoutId id="2147485693" r:id="rId30"/>
    <p:sldLayoutId id="2147485694" r:id="rId31"/>
    <p:sldLayoutId id="2147485695" r:id="rId32"/>
    <p:sldLayoutId id="2147485696" r:id="rId33"/>
    <p:sldLayoutId id="2147485697" r:id="rId34"/>
    <p:sldLayoutId id="2147485698" r:id="rId35"/>
    <p:sldLayoutId id="2147485699" r:id="rId36"/>
    <p:sldLayoutId id="2147485700" r:id="rId37"/>
    <p:sldLayoutId id="2147485701" r:id="rId38"/>
    <p:sldLayoutId id="2147485702" r:id="rId39"/>
    <p:sldLayoutId id="2147485703" r:id="rId40"/>
    <p:sldLayoutId id="2147485704" r:id="rId41"/>
    <p:sldLayoutId id="2147485705" r:id="rId42"/>
    <p:sldLayoutId id="2147485706" r:id="rId43"/>
    <p:sldLayoutId id="2147485707" r:id="rId44"/>
    <p:sldLayoutId id="2147485708" r:id="rId45"/>
    <p:sldLayoutId id="2147485709" r:id="rId46"/>
    <p:sldLayoutId id="2147485710" r:id="rId47"/>
    <p:sldLayoutId id="2147485711" r:id="rId48"/>
    <p:sldLayoutId id="2147485712" r:id="rId49"/>
    <p:sldLayoutId id="2147485713" r:id="rId50"/>
    <p:sldLayoutId id="2147485714" r:id="rId5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9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16" r:id="rId1"/>
    <p:sldLayoutId id="2147485717" r:id="rId2"/>
    <p:sldLayoutId id="2147485718" r:id="rId3"/>
    <p:sldLayoutId id="2147485719" r:id="rId4"/>
    <p:sldLayoutId id="2147485720" r:id="rId5"/>
    <p:sldLayoutId id="2147485721" r:id="rId6"/>
    <p:sldLayoutId id="2147485722" r:id="rId7"/>
    <p:sldLayoutId id="2147485723" r:id="rId8"/>
    <p:sldLayoutId id="2147485724" r:id="rId9"/>
    <p:sldLayoutId id="2147485725" r:id="rId10"/>
    <p:sldLayoutId id="2147485726" r:id="rId11"/>
    <p:sldLayoutId id="2147485727" r:id="rId12"/>
    <p:sldLayoutId id="2147485728" r:id="rId13"/>
    <p:sldLayoutId id="2147485729" r:id="rId14"/>
    <p:sldLayoutId id="2147485730" r:id="rId15"/>
    <p:sldLayoutId id="2147485731" r:id="rId16"/>
    <p:sldLayoutId id="2147485732" r:id="rId17"/>
    <p:sldLayoutId id="2147485733" r:id="rId18"/>
    <p:sldLayoutId id="2147485734" r:id="rId19"/>
    <p:sldLayoutId id="2147485735" r:id="rId20"/>
    <p:sldLayoutId id="2147485736" r:id="rId21"/>
    <p:sldLayoutId id="2147485737" r:id="rId22"/>
    <p:sldLayoutId id="2147485738" r:id="rId23"/>
    <p:sldLayoutId id="2147485739" r:id="rId24"/>
    <p:sldLayoutId id="2147485740" r:id="rId25"/>
    <p:sldLayoutId id="2147485741" r:id="rId26"/>
    <p:sldLayoutId id="2147485742" r:id="rId27"/>
    <p:sldLayoutId id="2147485743" r:id="rId28"/>
    <p:sldLayoutId id="2147485744" r:id="rId29"/>
    <p:sldLayoutId id="2147485745" r:id="rId30"/>
    <p:sldLayoutId id="2147485746" r:id="rId31"/>
    <p:sldLayoutId id="2147485747" r:id="rId32"/>
    <p:sldLayoutId id="2147485748" r:id="rId33"/>
    <p:sldLayoutId id="2147485749" r:id="rId34"/>
    <p:sldLayoutId id="2147485750" r:id="rId35"/>
    <p:sldLayoutId id="2147485751" r:id="rId36"/>
    <p:sldLayoutId id="2147485752" r:id="rId37"/>
    <p:sldLayoutId id="2147485753" r:id="rId38"/>
    <p:sldLayoutId id="2147485754" r:id="rId39"/>
    <p:sldLayoutId id="2147485755" r:id="rId40"/>
    <p:sldLayoutId id="2147485756" r:id="rId41"/>
    <p:sldLayoutId id="2147485757" r:id="rId42"/>
    <p:sldLayoutId id="2147485758" r:id="rId43"/>
    <p:sldLayoutId id="2147485759" r:id="rId44"/>
    <p:sldLayoutId id="2147485760" r:id="rId45"/>
    <p:sldLayoutId id="2147485761" r:id="rId46"/>
    <p:sldLayoutId id="2147485762" r:id="rId47"/>
    <p:sldLayoutId id="2147485763" r:id="rId48"/>
    <p:sldLayoutId id="2147485764" r:id="rId49"/>
    <p:sldLayoutId id="2147485765" r:id="rId50"/>
    <p:sldLayoutId id="2147485766" r:id="rId51"/>
    <p:sldLayoutId id="2147485767" r:id="rId52"/>
    <p:sldLayoutId id="2147485768" r:id="rId5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70" r:id="rId1"/>
    <p:sldLayoutId id="2147485771" r:id="rId2"/>
    <p:sldLayoutId id="2147485772" r:id="rId3"/>
    <p:sldLayoutId id="2147485773" r:id="rId4"/>
    <p:sldLayoutId id="2147485774" r:id="rId5"/>
    <p:sldLayoutId id="2147485775" r:id="rId6"/>
    <p:sldLayoutId id="2147485776" r:id="rId7"/>
    <p:sldLayoutId id="2147485777" r:id="rId8"/>
    <p:sldLayoutId id="2147485778" r:id="rId9"/>
    <p:sldLayoutId id="2147485779" r:id="rId10"/>
    <p:sldLayoutId id="2147485780" r:id="rId11"/>
    <p:sldLayoutId id="2147485781" r:id="rId12"/>
    <p:sldLayoutId id="2147485782" r:id="rId13"/>
    <p:sldLayoutId id="2147485783" r:id="rId14"/>
    <p:sldLayoutId id="2147485784" r:id="rId15"/>
    <p:sldLayoutId id="2147485785" r:id="rId16"/>
    <p:sldLayoutId id="2147485786" r:id="rId17"/>
    <p:sldLayoutId id="2147485787" r:id="rId18"/>
    <p:sldLayoutId id="2147485788" r:id="rId19"/>
    <p:sldLayoutId id="2147485789" r:id="rId20"/>
    <p:sldLayoutId id="2147485790" r:id="rId21"/>
    <p:sldLayoutId id="2147485791" r:id="rId22"/>
    <p:sldLayoutId id="2147485792" r:id="rId23"/>
    <p:sldLayoutId id="2147485793" r:id="rId24"/>
    <p:sldLayoutId id="2147485794" r:id="rId25"/>
    <p:sldLayoutId id="2147485795" r:id="rId26"/>
    <p:sldLayoutId id="2147485796" r:id="rId27"/>
    <p:sldLayoutId id="2147485797" r:id="rId28"/>
    <p:sldLayoutId id="2147485798" r:id="rId29"/>
    <p:sldLayoutId id="2147485799" r:id="rId30"/>
    <p:sldLayoutId id="2147485800" r:id="rId31"/>
    <p:sldLayoutId id="2147485801" r:id="rId32"/>
    <p:sldLayoutId id="2147485802" r:id="rId33"/>
    <p:sldLayoutId id="2147485803" r:id="rId34"/>
    <p:sldLayoutId id="2147485804" r:id="rId35"/>
    <p:sldLayoutId id="2147485805" r:id="rId36"/>
    <p:sldLayoutId id="2147485806" r:id="rId37"/>
    <p:sldLayoutId id="2147485807" r:id="rId38"/>
    <p:sldLayoutId id="2147485808" r:id="rId39"/>
    <p:sldLayoutId id="2147485809" r:id="rId40"/>
    <p:sldLayoutId id="2147485810" r:id="rId41"/>
    <p:sldLayoutId id="2147485811" r:id="rId42"/>
    <p:sldLayoutId id="2147485812" r:id="rId43"/>
    <p:sldLayoutId id="2147485813" r:id="rId44"/>
    <p:sldLayoutId id="2147485814" r:id="rId45"/>
    <p:sldLayoutId id="2147485815" r:id="rId46"/>
    <p:sldLayoutId id="2147485816" r:id="rId47"/>
    <p:sldLayoutId id="2147485817" r:id="rId48"/>
    <p:sldLayoutId id="2147485818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8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0" r:id="rId1"/>
    <p:sldLayoutId id="2147485821" r:id="rId2"/>
    <p:sldLayoutId id="2147485822" r:id="rId3"/>
    <p:sldLayoutId id="2147485823" r:id="rId4"/>
    <p:sldLayoutId id="2147485824" r:id="rId5"/>
    <p:sldLayoutId id="2147485825" r:id="rId6"/>
    <p:sldLayoutId id="2147485826" r:id="rId7"/>
    <p:sldLayoutId id="2147485827" r:id="rId8"/>
    <p:sldLayoutId id="2147485828" r:id="rId9"/>
    <p:sldLayoutId id="2147485829" r:id="rId10"/>
    <p:sldLayoutId id="21474858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slideLayout" Target="../slideLayouts/slideLayout104.xml"/><Relationship Id="rId1" Type="http://schemas.openxmlformats.org/officeDocument/2006/relationships/video" Target="https://www.youtube.com/embed/uMMusrdRHZA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B052921A-3A88-4106-9DCD-6D9EC7CF2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7C47CB-A31A-5C0A-E2D1-48D9CBBFBEF0}"/>
              </a:ext>
            </a:extLst>
          </p:cNvPr>
          <p:cNvSpPr/>
          <p:nvPr/>
        </p:nvSpPr>
        <p:spPr>
          <a:xfrm rot="21385415">
            <a:off x="7622042" y="5194407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34003-2736-11FE-1576-7563C88DF7B3}"/>
              </a:ext>
            </a:extLst>
          </p:cNvPr>
          <p:cNvSpPr txBox="1"/>
          <p:nvPr/>
        </p:nvSpPr>
        <p:spPr>
          <a:xfrm rot="21393749">
            <a:off x="7681747" y="5271526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chemeClr val="bg1"/>
                </a:solidFill>
                <a:effectLst/>
                <a:latin typeface="Lufga" panose="00000500000000000000" pitchFamily="50" charset="0"/>
                <a:cs typeface="Lao UI" panose="020F0502020204030204" pitchFamily="34" charset="0"/>
              </a:rPr>
              <a:t>agentcamp.city</a:t>
            </a:r>
            <a:r>
              <a:rPr lang="en-US" b="0" i="0" dirty="0">
                <a:solidFill>
                  <a:schemeClr val="bg1"/>
                </a:solidFill>
                <a:effectLst/>
                <a:latin typeface="Lufga" panose="00000500000000000000" pitchFamily="50" charset="0"/>
                <a:cs typeface="Lao UI" panose="020F0502020204030204" pitchFamily="34" charset="0"/>
              </a:rPr>
              <a:t>/</a:t>
            </a:r>
            <a:r>
              <a:rPr lang="en-US" b="0" i="0" dirty="0" err="1">
                <a:solidFill>
                  <a:schemeClr val="bg1"/>
                </a:solidFill>
                <a:effectLst/>
                <a:latin typeface="Lufga" panose="00000500000000000000" pitchFamily="50" charset="0"/>
                <a:cs typeface="Lao UI" panose="020F0502020204030204" pitchFamily="34" charset="0"/>
              </a:rPr>
              <a:t>milan</a:t>
            </a:r>
            <a:endParaRPr lang="en-US" dirty="0">
              <a:solidFill>
                <a:schemeClr val="bg1"/>
              </a:solidFill>
              <a:latin typeface="Lufga" panose="00000500000000000000" pitchFamily="50" charset="0"/>
              <a:cs typeface="Lao U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A3665-CB35-413E-1F31-79437097112F}"/>
              </a:ext>
            </a:extLst>
          </p:cNvPr>
          <p:cNvSpPr txBox="1"/>
          <p:nvPr/>
        </p:nvSpPr>
        <p:spPr>
          <a:xfrm>
            <a:off x="1104900" y="2808288"/>
            <a:ext cx="206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03 March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10D43-10F7-4851-1B6C-6F85A50CA411}"/>
              </a:ext>
            </a:extLst>
          </p:cNvPr>
          <p:cNvSpPr txBox="1"/>
          <p:nvPr/>
        </p:nvSpPr>
        <p:spPr>
          <a:xfrm>
            <a:off x="1104899" y="3429000"/>
            <a:ext cx="241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14:30 – 17:30 CET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75952-C96E-48F9-2ABD-6ECDC83151D4}"/>
              </a:ext>
            </a:extLst>
          </p:cNvPr>
          <p:cNvSpPr txBox="1"/>
          <p:nvPr/>
        </p:nvSpPr>
        <p:spPr>
          <a:xfrm>
            <a:off x="1104898" y="4049712"/>
            <a:ext cx="2010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Discord Online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29CCA-71F6-5990-A174-518EEB9C2D62}"/>
              </a:ext>
            </a:extLst>
          </p:cNvPr>
          <p:cNvSpPr txBox="1"/>
          <p:nvPr/>
        </p:nvSpPr>
        <p:spPr>
          <a:xfrm>
            <a:off x="3799869" y="6360399"/>
            <a:ext cx="1776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Lufga" panose="00000500000000000000" pitchFamily="50" charset="0"/>
              </a:rPr>
              <a:t>Sponsored by:</a:t>
            </a:r>
            <a:endParaRPr lang="en-US" sz="1600" dirty="0">
              <a:effectLst/>
              <a:latin typeface="Lufga" panose="00000500000000000000" pitchFamily="50" charset="0"/>
            </a:endParaRP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47F2AF79-9C78-F084-7276-906BFD18E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FC936809-972F-ADEA-DA94-C8F28764D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CA6BEBB6-5AE1-13F8-3046-D9EE5805E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pic>
        <p:nvPicPr>
          <p:cNvPr id="1026" name="Picture 2" descr="Milan">
            <a:extLst>
              <a:ext uri="{FF2B5EF4-FFF2-40B4-BE49-F238E27FC236}">
                <a16:creationId xmlns:a16="http://schemas.microsoft.com/office/drawing/2014/main" id="{870E196F-9B6E-794C-040E-E1E6DFA8E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82" y="817894"/>
            <a:ext cx="4442452" cy="44424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98FC4A-8F35-1A3F-24C9-3EDC913BBB3E}"/>
              </a:ext>
            </a:extLst>
          </p:cNvPr>
          <p:cNvSpPr txBox="1"/>
          <p:nvPr/>
        </p:nvSpPr>
        <p:spPr>
          <a:xfrm>
            <a:off x="5279609" y="6360399"/>
            <a:ext cx="2764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latin typeface="Lufga" panose="00000500000000000000" pitchFamily="50" charset="0"/>
              </a:rPr>
              <a:t>COMMUNITY SPONSORED</a:t>
            </a:r>
          </a:p>
        </p:txBody>
      </p:sp>
    </p:spTree>
    <p:extLst>
      <p:ext uri="{BB962C8B-B14F-4D97-AF65-F5344CB8AC3E}">
        <p14:creationId xmlns:p14="http://schemas.microsoft.com/office/powerpoint/2010/main" val="406700669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FCB1-48DB-7255-52CF-2DBC2848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6B6AF-113F-55A2-5360-3FAB7CE5E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2226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Global AI Community Keynote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Building Intelligent Agents with GitHub Copilot, Agent Builder, and Microsoft Foundry – </a:t>
            </a:r>
            <a:r>
              <a:rPr lang="en-US" i="1" dirty="0"/>
              <a:t>Anna Fabris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Developing Multimodal Agents: A Hands-On Workshop with Microsoft Foundry &amp; AI Toolkit – </a:t>
            </a:r>
            <a:r>
              <a:rPr lang="en-US" i="1" dirty="0"/>
              <a:t>Sergio Mancini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Orchestrating a Multi-Agent Architecture with Copilot Studio – </a:t>
            </a:r>
            <a:r>
              <a:rPr lang="en-US" i="1" dirty="0"/>
              <a:t>Vittoria Marano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Building Agentic AI Systems with Microsoft Agent Framework in .NET – </a:t>
            </a:r>
            <a:r>
              <a:rPr lang="en-US" i="1" dirty="0"/>
              <a:t>Andrea Beghini</a:t>
            </a:r>
          </a:p>
        </p:txBody>
      </p:sp>
    </p:spTree>
    <p:extLst>
      <p:ext uri="{BB962C8B-B14F-4D97-AF65-F5344CB8AC3E}">
        <p14:creationId xmlns:p14="http://schemas.microsoft.com/office/powerpoint/2010/main" val="24402822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AgentCamp 2026 - Keynote">
            <a:hlinkClick r:id="" action="ppaction://media"/>
            <a:extLst>
              <a:ext uri="{FF2B5EF4-FFF2-40B4-BE49-F238E27FC236}">
                <a16:creationId xmlns:a16="http://schemas.microsoft.com/office/drawing/2014/main" id="{EEE1154B-D463-5D4A-FCAE-B38F5A2A60C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99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0D06598E-200B-11C6-381D-B2037E566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A9833F-CEEE-F838-129A-C3C9EC792010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7CA66"/>
                </a:solidFill>
                <a:effectLst/>
                <a:uLnTx/>
                <a:uFillTx/>
                <a:latin typeface="Lufga" panose="00000500000000000000" pitchFamily="50" charset="0"/>
                <a:ea typeface="+mn-ea"/>
                <a:cs typeface="+mn-cs"/>
              </a:rPr>
              <a:t>gaic.io/discord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F1B83D-B098-2BAF-BFEF-E9661EE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Join the AI Conversation </a:t>
            </a:r>
            <a:br>
              <a:rPr lang="en-US" sz="3200" dirty="0"/>
            </a:br>
            <a:r>
              <a:rPr lang="en-US" sz="3200" dirty="0"/>
              <a:t>on Discord</a:t>
            </a:r>
          </a:p>
        </p:txBody>
      </p:sp>
    </p:spTree>
    <p:extLst>
      <p:ext uri="{BB962C8B-B14F-4D97-AF65-F5344CB8AC3E}">
        <p14:creationId xmlns:p14="http://schemas.microsoft.com/office/powerpoint/2010/main" val="1422167196"/>
      </p:ext>
    </p:extLst>
  </p:cSld>
  <p:clrMapOvr>
    <a:masterClrMapping/>
  </p:clrMapOvr>
</p:sld>
</file>

<file path=ppt/theme/theme1.xml><?xml version="1.0" encoding="utf-8"?>
<a:theme xmlns:a="http://schemas.openxmlformats.org/drawingml/2006/main" name="Microsoft AI Tour 16:9 Template Light">
  <a:themeElements>
    <a:clrScheme name="Custom 44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Microsoft AI Tour 16:9 Template Dark">
  <a:themeElements>
    <a:clrScheme name="Custom 43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8DC8E8"/>
      </a:accent1>
      <a:accent2>
        <a:srgbClr val="49C5B1"/>
      </a:accent2>
      <a:accent3>
        <a:srgbClr val="0078D4"/>
      </a:accent3>
      <a:accent4>
        <a:srgbClr val="E1D3C7"/>
      </a:accent4>
      <a:accent5>
        <a:srgbClr val="C5B4E3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6E3315A3-0D49-4394-AD26-678587272275}"/>
    </a:ext>
  </a:extLst>
</a:theme>
</file>

<file path=ppt/theme/theme3.xml><?xml version="1.0" encoding="utf-8"?>
<a:theme xmlns:a="http://schemas.openxmlformats.org/drawingml/2006/main" name="2_Microsoft AI Tour 16:9 Template Light">
  <a:themeElements>
    <a:clrScheme name="Custom 44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2" id="{B7B85C64-9670-9347-9FEC-9275E3EDCD38}" vid="{73117A2A-BDF2-2C49-BDDC-870DE16DEA5E}"/>
    </a:ext>
  </a:extLst>
</a:theme>
</file>

<file path=ppt/theme/theme4.xml><?xml version="1.0" encoding="utf-8"?>
<a:theme xmlns:a="http://schemas.openxmlformats.org/drawingml/2006/main" name="1_Microsoft AI Tour 16:9 Template Dark">
  <a:themeElements>
    <a:clrScheme name="Custom 43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8DC8E8"/>
      </a:accent1>
      <a:accent2>
        <a:srgbClr val="49C5B1"/>
      </a:accent2>
      <a:accent3>
        <a:srgbClr val="0078D4"/>
      </a:accent3>
      <a:accent4>
        <a:srgbClr val="E1D3C7"/>
      </a:accent4>
      <a:accent5>
        <a:srgbClr val="C5B4E3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3" id="{CFBA350E-1650-954B-AD49-353BED8569E3}" vid="{2ED5242F-FA33-9D4D-B041-807123C45DCC}"/>
    </a:ext>
  </a:extLst>
</a:theme>
</file>

<file path=ppt/theme/theme5.xml><?xml version="1.0" encoding="utf-8"?>
<a:theme xmlns:a="http://schemas.openxmlformats.org/drawingml/2006/main" name="3_Microsoft AI Tour 16:9 Template Light">
  <a:themeElements>
    <a:clrScheme name="Custom 44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3" id="{CFBA350E-1650-954B-AD49-353BED8569E3}" vid="{A861BEEE-4CF7-B440-8FA0-5FAEDEAE1BA7}"/>
    </a:ext>
  </a:extLst>
</a:theme>
</file>

<file path=ppt/theme/theme6.xml><?xml version="1.0" encoding="utf-8"?>
<a:theme xmlns:a="http://schemas.openxmlformats.org/drawingml/2006/main" name="Microsoft AI Tour 16:9 Template Light">
  <a:themeElements>
    <a:clrScheme name="Custom 44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 Template-from Lanna 07072025" id="{7D3A9E34-1563-49FB-82EA-30A694F38E11}" vid="{7EEC41CF-581C-48FB-B605-E5235B759723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67CF1B8D6F50428EE4DA41D7F2374F" ma:contentTypeVersion="16" ma:contentTypeDescription="Create a new document." ma:contentTypeScope="" ma:versionID="43e77b84290b547e3b2a238a9508384e">
  <xsd:schema xmlns:xsd="http://www.w3.org/2001/XMLSchema" xmlns:xs="http://www.w3.org/2001/XMLSchema" xmlns:p="http://schemas.microsoft.com/office/2006/metadata/properties" xmlns:ns1="http://schemas.microsoft.com/sharepoint/v3" xmlns:ns2="a8a70cf7-9110-44f4-b9e3-de58eb84488c" xmlns:ns3="4b8daba7-7726-4c34-9cdd-54c5aec2096d" targetNamespace="http://schemas.microsoft.com/office/2006/metadata/properties" ma:root="true" ma:fieldsID="5f554d550157590514168a070c1e40ef" ns1:_="" ns2:_="" ns3:_="">
    <xsd:import namespace="http://schemas.microsoft.com/sharepoint/v3"/>
    <xsd:import namespace="a8a70cf7-9110-44f4-b9e3-de58eb84488c"/>
    <xsd:import namespace="4b8daba7-7726-4c34-9cdd-54c5aec209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70cf7-9110-44f4-b9e3-de58eb8448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daba7-7726-4c34-9cdd-54c5aec2096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b52f137-1474-4a54-a261-1f4192444281}" ma:internalName="TaxCatchAll" ma:showField="CatchAllData" ma:web="4b8daba7-7726-4c34-9cdd-54c5aec209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4b8daba7-7726-4c34-9cdd-54c5aec2096d" xsi:nil="true"/>
    <lcf76f155ced4ddcb4097134ff3c332f xmlns="a8a70cf7-9110-44f4-b9e3-de58eb84488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58D6DB-524E-4149-852C-609E9E86F2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8a70cf7-9110-44f4-b9e3-de58eb84488c"/>
    <ds:schemaRef ds:uri="4b8daba7-7726-4c34-9cdd-54c5aec209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www.w3.org/XML/1998/namespace"/>
    <ds:schemaRef ds:uri="http://schemas.microsoft.com/sharepoint/v3"/>
    <ds:schemaRef ds:uri="4b8daba7-7726-4c34-9cdd-54c5aec2096d"/>
    <ds:schemaRef ds:uri="http://purl.org/dc/terms/"/>
    <ds:schemaRef ds:uri="http://schemas.microsoft.com/office/2006/documentManagement/types"/>
    <ds:schemaRef ds:uri="a8a70cf7-9110-44f4-b9e3-de58eb84488c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MS-AI-Tour_FY26_16-9 Event-template_v02</Template>
  <TotalTime>485</TotalTime>
  <Words>128</Words>
  <Application>Microsoft Office PowerPoint</Application>
  <PresentationFormat>Widescreen</PresentationFormat>
  <Paragraphs>18</Paragraphs>
  <Slides>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9" baseType="lpstr">
      <vt:lpstr>Aptos</vt:lpstr>
      <vt:lpstr>Arial</vt:lpstr>
      <vt:lpstr>Consolas</vt:lpstr>
      <vt:lpstr>Lufga</vt:lpstr>
      <vt:lpstr>Segoe Sans Display Semibold</vt:lpstr>
      <vt:lpstr>Segoe UI</vt:lpstr>
      <vt:lpstr>Segoe UI Semibold</vt:lpstr>
      <vt:lpstr>Wingdings</vt:lpstr>
      <vt:lpstr>Microsoft AI Tour 16:9 Template Light</vt:lpstr>
      <vt:lpstr>Microsoft AI Tour 16:9 Template Dark</vt:lpstr>
      <vt:lpstr>2_Microsoft AI Tour 16:9 Template Light</vt:lpstr>
      <vt:lpstr>1_Microsoft AI Tour 16:9 Template Dark</vt:lpstr>
      <vt:lpstr>3_Microsoft AI Tour 16:9 Template Light</vt:lpstr>
      <vt:lpstr>Microsoft AI Tour 16:9 Template Light</vt:lpstr>
      <vt:lpstr>Office Theme</vt:lpstr>
      <vt:lpstr>PowerPoint Presentation</vt:lpstr>
      <vt:lpstr>AGENDA</vt:lpstr>
      <vt:lpstr>PowerPoint Presentation</vt:lpstr>
      <vt:lpstr>Join the AI Conversation  on Discord</vt:lpstr>
    </vt:vector>
  </TitlesOfParts>
  <Manager>&lt;Comms manager name here&gt;</Manager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&amp; launch AI agents fast with GitHub models and Azure AI Foundry</dc:title>
  <dc:subject>Microsoft AI Tour FY26</dc:subject>
  <dc:creator>April Gittens</dc:creator>
  <cp:keywords>Microsoft AI Tour</cp:keywords>
  <dc:description/>
  <cp:lastModifiedBy>Daniele Grandini</cp:lastModifiedBy>
  <cp:revision>31</cp:revision>
  <cp:lastPrinted>2023-02-15T20:48:24Z</cp:lastPrinted>
  <dcterms:created xsi:type="dcterms:W3CDTF">2025-08-11T23:04:45Z</dcterms:created>
  <dcterms:modified xsi:type="dcterms:W3CDTF">2026-02-27T12:34:01Z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0x0101000767CF1B8D6F50428EE4DA41D7F2374F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tadata">
    <vt:lpwstr/>
  </property>
  <property fmtid="{D5CDD505-2E9C-101B-9397-08002B2CF9AE}" pid="19" name="MediaServiceImageTags">
    <vt:lpwstr/>
  </property>
</Properties>
</file>